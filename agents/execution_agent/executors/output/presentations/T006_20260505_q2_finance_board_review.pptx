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Q2 Finance Board Review. Today, we'll cover our financial performance, key metrics, and future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achieved a strong revenue growth this quarter, reaching $12.4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We've focused on managing our expenses effectively, reducing operating costs and implementing cost optimization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profit margin for Q2 stands at 28%, indicating a healthy financial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cash flow analysis shows positive cash flows from operating and financing activities, and strategic investments made during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ahead, we expect continued revenue growth and will focus on cost optimization and strategic investments.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next steps include reviewing budget allocations, monitoring key metrics, and evaluating investment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Q2 Financial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Q2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Expense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Operating expenses reduced by 5%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Cost optimization initiatives implemented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Headcount growth managed efficiently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Profit Margins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28%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Q2 Profit Margin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Cash Flow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Operating Activities: $5M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Investing Activities: $1M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Financing Activities: $2M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Financial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Projected revenue growth of 10% for Q3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Cost optimization to continue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Focus on strategic investments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Review budget allocations for Q3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Monitor key financial metrics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Evaluate potential investment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