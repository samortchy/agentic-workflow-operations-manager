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Q2 Finance Board Review. Today we'll cover our financial performance, key metrics, and future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a strong revenue of $12.4M this quarter, exceeding our target by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was driven by strong sales of Product A, which accounted for 60% of total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effectively managed our expenses this quarter, implementing cost optimization measures that improved our expense to revenue ratio by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will focus on driving sales of Product A, exploring new market opportunities, and maintaining our cost optimization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Q2 Finance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Q2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$12.4M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Total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60%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15%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Expense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Total expenses: $8.2M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Cost optimization measures implemented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Expense to revenue ratio improved by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Continue to drive sales of Product 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new market opportunities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Maintain cost optimization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