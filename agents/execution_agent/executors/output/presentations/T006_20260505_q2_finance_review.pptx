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Q2 Finance Review. Today we'll cover our financial performance and key initiatives.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achieved $12.4M in revenue this quarter, exceeding our target by 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year-over-year growth remains strong at 8%, driven by expansion in key markets.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maintained disciplined cost management, with OpEx down 3% and CapEx focused on high-ROI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Strong cash generation this quarter further strengthened our balance sheet and liquidity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executed several strategic initiatives to enhance efficiency, reduce costs, and support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ahead, we are raising our full-year outlook and will continue investing for long-term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open the floor for questions. We'll aim to address key topics and follow up on any outstanding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Georgia"/>
              </a:defRPr>
            </a:pPr>
            <a:r>
              <a:t>Q2 Finance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$12.4M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Q2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E2761"/>
                </a:solidFill>
                <a:latin typeface="Georgia"/>
              </a:defRPr>
            </a:pPr>
            <a:r>
              <a:t>8%</a:t>
            </a:r>
          </a:p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YoY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Expenses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Operating Expenses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Capital Expenditures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36576" cy="384048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Cash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Operating Cash Flow: $3.2M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Free Cash Flow: $2.8M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Cash Reserves: $25M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Key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Implemented new ERP system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Refinanced debt at lower rates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Expanded supply chain financing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Raise FY revenue guidance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Invest in digital transformation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Explore strategic acquisitions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73152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228600"/>
            <a:ext cx="11731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761"/>
                </a:solidFill>
                <a:latin typeface="Georgia"/>
              </a:defRPr>
            </a:pPr>
            <a: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Open floor for questions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Address key topics</a:t>
            </a:r>
          </a:p>
          <a:p>
            <a:pPr>
              <a:spcAft>
                <a:spcPts val="600"/>
              </a:spcAft>
              <a:defRPr sz="1500" b="0">
                <a:solidFill>
                  <a:srgbClr val="1A1A2E"/>
                </a:solidFill>
                <a:latin typeface="Calibri"/>
              </a:defRPr>
            </a:pPr>
            <a:r>
              <a:t>• Follow up as needed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