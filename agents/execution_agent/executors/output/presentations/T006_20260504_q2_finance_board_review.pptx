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Q2 board review. Today we'll cover our financial performance and key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achieved a 12% year-over-year increase in revenue, with strong performance across all business segments, keeping us on track to meet our annual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Operating expenses increased by 8% due to strategic investments in R&amp;D and marketing. We have implemented cost optimization measures to ensure efficient use of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gross margin improved by 2%, while our EBITDA margin remained stable at 18%. Net income increased by 10% year-over-year, demonstrating our strong financial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operating cash flow increased by 15%, and free cash flow improved by 20%. We have maintained a strong liquidity position, ensuring the financial stability of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we expect continued revenue growth in Q3, with a focus on cost optimization and profitability. We will continue to invest in strategic initiatives to drive long-term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include reviewing budget allocations for the second half of the year, monitoring key financial metrics closely, and continuing to drive cost optimization efforts across the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Q2 Financial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$12.4M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Q2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 of 12% YoY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Strong performance across all segments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On track to meet annual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expenses increased by 8%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Investments made in R&amp;D and marketing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Cost optimization measures implemented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18%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EBITDA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Gross margin improved by 2%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EBITDA margin remained stable at 18%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Net income increased by 10%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cash flow increased by 15%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Free cash flow improved by 20%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Strong liquidity position maintained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Expect continued revenue growth in Q3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Focus on cost optimization and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Investments in strategic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budget allocations for H2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key financial metrics closely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Continue to drive cost optimization efforts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