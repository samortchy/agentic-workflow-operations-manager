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Q1 2026 Finance Strategy Review. Today, we'll cover our key performance indicators, revenue analysis, and strategic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a quick overview of what we'll be discussing in today's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key performance indicators show strong growth and profitability in Q1 2026, with a 12.4% increase in revenue, 25.6% operating margin, and 18.7% return on equity.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revenue analysis shows that Product C is our top performer, bringing in $100M in Q1 2026, followed by Product B at $75M and Product A at $50M.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Based on our analysis, we recommend investing in Product C, expanding into new markets, and optimizing our pricing strategy to maintain our growth trajectory.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implement our strategic recommendations, we need to review our budget allocations, develop a market expansion plan, and conduct a pricing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Georgia"/>
              </a:defRPr>
            </a:pPr>
            <a:r>
              <a:t>Q1 2026 Finance Strategy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KPI Dashboard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Revenue Analysis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Strategic Recommendations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KPI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1E2761"/>
                </a:solidFill>
                <a:latin typeface="Georgia"/>
              </a:defRPr>
            </a:pPr>
            <a:r>
              <a:t>12.4%</a:t>
            </a:r>
          </a:p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Revenue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828800"/>
            <a:ext cx="6492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Revenue Growth: 12.4%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Operating Margin: 25.6%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Return on Equity: 18.7%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Revenue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Product A: $50M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Product B: $75M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Product C: $100M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828800"/>
            <a:ext cx="36576" cy="384048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Strategic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Invest in Product C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Expand into new markets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Optimize pricing strategy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Review budget allocations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Develop market expansion plan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Conduct pricing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