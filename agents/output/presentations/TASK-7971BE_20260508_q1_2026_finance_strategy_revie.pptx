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Q1 2026 Finance Strategy Review. Today, we'll cover our key performance metrics, revenue analysis,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discussing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performance indicator for this quarter is our total revenue, which reached 12.4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we'll break down our revenue by top streams, year-over-year growth, and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focusing on high-growth markets, optimizing our cost structure, and investing in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are to review these recommendations with leadership, develop an implementation plan, and monitor our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Top Revenue Streams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Year-over-Year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by 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Focus on High-Growth Markets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Optimize Cost Structure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Recommendations with Leadership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Develop Implementation Plan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