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 to our Q1 2026 Finance Strategy Review. Today we'll cover our performance and strategic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a quick overview of what we'll be discussing in today's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key performance indicator for this quarter is our revenue, which stands at 12.4 million.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We've seen a 5% growth in revenue this quarter, with retail being our top performing sector and hospitality being the lowest.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Based on our analysis, we recommend investing more in the retail sector, improving our hospitality services, and exploring new market opportunities.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next steps include reviewing our budget allocation, implementing the recommended improvement strategies, and monitoring our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Georgia"/>
              </a:defRPr>
            </a:pPr>
            <a:r>
              <a:t>Q1 2026 Finance Strategy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KPI Dashboard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Revenue Analysis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Strategic Recommendations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KPI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1E2761"/>
                </a:solidFill>
                <a:latin typeface="Georgia"/>
              </a:defRPr>
            </a:pPr>
            <a:r>
              <a:t>12.4M</a:t>
            </a:r>
          </a:p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Revenue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Revenue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Revenue Growth: 5%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Top Performing Sector: Retail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Lowest Performing Sector: Hospitality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828800"/>
            <a:ext cx="36576" cy="384048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Strategic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Invest in Retail Sector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Improve Hospitality Services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Explore New Market Opportunities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Review Budget Allocation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Implement Improvement Strategies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Monitor Progress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