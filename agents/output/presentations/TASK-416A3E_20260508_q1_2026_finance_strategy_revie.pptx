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Q1 2026 Finance Strategy Review. Today, we'll be discussing our financial performance and strategic recommendations for the upcoming quarter.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the agenda for today's presentation. We'll start with an overview of our key performance indicators, followed by a detailed revenue analysis, and then discuss our strategic recommendations for the next quarter.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total revenue for Q1 2026 is $12.4 million, which is a significant increase from the previous quarter. This slide showcases our key performance indicators, including revenue growth, profitability, and market share.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slide, we analyze our top revenue streams and their year-over-year growth. We also compare our market share to that of our competitors and identify areas for improvement.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Based on our analysis, we recommend focusing on high-growth markets, optimizing our pricing strategy, investing in innovation, and improving operational efficiency to drive future growth and profitability.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implement these recommendations, we need to review and finalize our strategic plan, assign ownership and deadlines for each initiative, and monitor progress to ensure we stay on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Georgia"/>
              </a:defRPr>
            </a:pPr>
            <a:r>
              <a:t>Q1 2026 Finance Strategy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KPI Dashboard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Revenue Analysis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Strategic Recommendations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KPI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1E2761"/>
                </a:solidFill>
                <a:latin typeface="Georgia"/>
              </a:defRPr>
            </a:pPr>
            <a:r>
              <a:t>12.4M</a:t>
            </a:r>
          </a:p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Total Revenue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Revenue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Top Revenue Streams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YoY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Market Share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828800"/>
            <a:ext cx="36576" cy="384048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Strategic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Focus on High-Growth Markets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Optimize Pricing Strategy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Invest in Innovation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Improve Operational Efficiency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Review and Finalize Strategic Plan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Assign Ownership and Deadlines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Monitor Progress and Adjust as Needed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