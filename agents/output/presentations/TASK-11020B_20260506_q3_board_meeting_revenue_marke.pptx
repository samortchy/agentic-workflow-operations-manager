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Q3 board meeting. Today we'll cover our revenue performance, marketing initiatives, and the product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saw a strong revenue performance this quarter, with a 12% year-over-year growth, resulting in a total revenue of $24.5M.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marketing team launched a new digital campaign, which contributed to a 20% increase in social media engagement. We also had a successful product launch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Q3, we launched a new product line and have planned upcoming features for existing products. We are also expanding into a new market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are to continue driving revenue growth, expand our marketing initiatives, and focus on product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Q3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Q3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24.5M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Q3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growth of 12% YoY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Total revenue: $24.5M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Strong performance across all segments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Marketing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Launched new digital campaign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Increased social media engagement by 20%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Successful product launch 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New product line launched in Q3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Upcoming features for existing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Expansion into new market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Continue to drive revenue growth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Expand marketing initiatives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Focus on product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