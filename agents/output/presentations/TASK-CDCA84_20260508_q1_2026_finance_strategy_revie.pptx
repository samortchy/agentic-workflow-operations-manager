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the Q1 2026 Finance Strategy Review. Today, we'll be discussing our financial performance and strategic initiatives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a quick overview of what we'll be covering in today's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total revenue for Q1 2026 is $12.4 million, which is a 5% increase from the previous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A continues to be our top revenue generator, contributing 45% of the total revenue. Product B and C have also shown steady growth, with 30% and 25% respectively.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Based on our analysis, we recommend investing in marketing efforts for Product A to maintain its strong performance. We also suggest expanding Product B's market reach and improving Product C's profit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move forward, we need to review and finalize our strategic initiatives, allocate the necessary budget and resources, and monitor our progress to make adjustments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Q1 2026 Finance Strategy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KPI Dashboard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Revenue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Strategic Recommendations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Total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A: 45%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B: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Product C: 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marketing for Product A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Expand Product B's market reach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Improve Product C's profit margins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Review and finalize strategic initiatives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Allocate budget and resources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Monitor progress and adjust as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