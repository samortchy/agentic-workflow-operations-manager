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Q1 2026 Finance Strategy Review. Today, we'll cover our key performance indicators, revenue analysis, and strategic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a quick overview of what we'll be discussing in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KPI dashboard shows strong performance across key financial metrics this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A continues to be our top performer, contributing nearly half of our total revenue this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Based on our analysis, we recommend focusing on these strategic initiatives to drive growth and profitability.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discuss the next steps to implement these strategic recommendations and ensure a successful Q2.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Q1 2026 Finance Strategy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KPI Dashboard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Revenue Analysis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Strategic Recommendations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KPI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E2761"/>
                </a:solidFill>
                <a:latin typeface="Georgia"/>
              </a:defRPr>
            </a:pPr>
            <a:r>
              <a:t>12.4M</a:t>
            </a:r>
          </a:p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828800"/>
            <a:ext cx="6492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Revenue Growth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Profit Margin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Return on Investment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Revenue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Product A: 45% of total revenue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Product B: 30% of total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Product C: 25% of total revenue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36576" cy="384048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Invest in marketing for Product A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Optimize production costs for Product B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Explore new market opportunities for Product 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Review and finalize strategic plan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Allocate resources for key initiatives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Monitor progress and adjust as needed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