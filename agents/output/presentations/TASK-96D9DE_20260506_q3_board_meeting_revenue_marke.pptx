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Q3 board meeting. We'll cover our revenue, marketing, and product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has seen a significant increase this quarter, with a healthy gross margin and reduced operating expenses.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marketing efforts have been fruitful with two successful campaigns, increased customer engagement, and a strategic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product roadmap includes the launch of Product A V2, completion of Product B's beta testing, and the research phase for Product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include finalizing the Q4 budget, preparing for the launch of Product A V2, and analyzing customer feedback for Product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Q3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Q3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increased by 12.4M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Gross margin at 30%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expenses reduced by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Marketing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Launched two successful campaigns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Customer engagement increased by 20%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Partnership with XYZ Corp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V2 launch in Q4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Beta testing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Research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Finalize budget for Q4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Prepare for Product A V2 launch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Analyze customer feedback for Product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