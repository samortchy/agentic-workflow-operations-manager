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our Q1 2026 Finance Strategy Review. Today, we'll be discussing our financial performance and strategic initiatives for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quick overview of what we'll be covering in today's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key performance indicator for this quarter is our revenue, which has reached 12.4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revenue has grown by 10% this quarter, with the retail sector leading the way. However, we noticed a slowdown in the manufacturing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our analysis, we recommend investing more in the retail sector, improving efficiency in manufacturing, and exploring new market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next steps include reviewing our budget allocation, implementing efficiency measures in manufacturing, and conducting market research for new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Q1 2026 Finance Strategy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KPI Dashboard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Analysis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Strategic Recommendations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Growth: 10%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Top Performing Sector: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Slowest Sector: Manufacturing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 in Retail Sector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Improve Manufacturing Efficiency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Explore New Markets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Review Budget Allocation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Implement Efficiency Measures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Conduct Market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