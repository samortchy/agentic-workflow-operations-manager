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high-level overview of the presentation, highlighting key achievements and future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factors contributing to the sales performance, including marketing efforts and product launches.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successful marketing initiatives and their impact on sales and brand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upcoming products and their timelines, as well as any updates to existing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key metrics that indicate the company's performance and progress towards its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time for the audience to ask questions and provide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action items and next steps for the company in the coming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H1 2026 Sales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 of 12.4M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Customer base expanded by 25%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Successful launch of Product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Marketing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Launched targeted ad campaign on social media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Participated in 3 industry trade shows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Collaborated with influencers for product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Y: Development in progress, launch in Q3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Z: Research phase, potential launch in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X: Updates based on customer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4.5/5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Customer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Customer satisfaction score: 4.5/5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Market share increased by 3%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Employee satisfaction score: 4.2/5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Finalize Product Y development and prepare for launch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Continue research for Product Z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Implement feedback for Product X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