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everyone to our Q1 2026 Finance Strategy Review. Today we'll be discussing our financial performance and strategic initiatives for the quarter.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Here's a quick overview of what we'll be covering in today's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key performance indicators for the quarter are looking strong, with revenue at $12.4 million.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Breaking down our revenue by product line, we can see that Product A is our top performer, bringing in $5.2 million this quarter.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Based on our analysis, we recommend investing in marketing for Product A, optimizing production costs for Product B, and exploring new market opportunities to drive growth.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move forward with our strategic initiatives, our next steps will be to finalize the budget for Q2, develop a marketing plan for Product A, and conduct market research for new opportunities.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Georgia"/>
              </a:defRPr>
            </a:pPr>
            <a:r>
              <a:t>Q1 2026 Finance Strategy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73152" cy="7772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28600"/>
            <a:ext cx="117317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761"/>
                </a:solidFill>
                <a:latin typeface="Georgia"/>
              </a:defRPr>
            </a:pPr>
            <a: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KPI Dashboard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Revenue Analysis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Strategic Recommendations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73152" cy="7772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28600"/>
            <a:ext cx="117317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761"/>
                </a:solidFill>
                <a:latin typeface="Georgia"/>
              </a:defRPr>
            </a:pPr>
            <a:r>
              <a:t>KPI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1E2761"/>
                </a:solidFill>
                <a:latin typeface="Georgia"/>
              </a:defRPr>
            </a:pPr>
            <a:r>
              <a:t>12.4M</a:t>
            </a:r>
          </a:p>
          <a:p>
            <a:pPr algn="ctr">
              <a:defRPr sz="1600" b="0">
                <a:solidFill>
                  <a:srgbClr val="666666"/>
                </a:solidFill>
                <a:latin typeface="Calibri"/>
              </a:defRPr>
            </a:pPr>
            <a:r>
              <a:t>Revenue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1828800"/>
            <a:ext cx="6492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Revenue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Expenses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Profit Margin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ROI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73152" cy="7772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28600"/>
            <a:ext cx="117317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761"/>
                </a:solidFill>
                <a:latin typeface="Georgia"/>
              </a:defRPr>
            </a:pPr>
            <a:r>
              <a:t>Revenue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Product A: $5.2M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Product B: $4.1M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Product C: $3.1M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828800"/>
            <a:ext cx="36576" cy="384048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73152" cy="7772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28600"/>
            <a:ext cx="117317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761"/>
                </a:solidFill>
                <a:latin typeface="Georgia"/>
              </a:defRPr>
            </a:pPr>
            <a:r>
              <a:t>Strategic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Invest in marketing for Product A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Optimize production costs for Product B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Explore new market opportunities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73152" cy="7772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28600"/>
            <a:ext cx="117317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761"/>
                </a:solidFill>
                <a:latin typeface="Georgia"/>
              </a:defRPr>
            </a:pPr>
            <a: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Finalize budget for Q2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Develop marketing plan for Product A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Conduct market research for new opportunities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